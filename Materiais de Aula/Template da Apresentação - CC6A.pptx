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15"/>
  </p:notesMasterIdLst>
  <p:sldIdLst>
    <p:sldId id="256" r:id="rId2"/>
    <p:sldId id="270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1" r:id="rId13"/>
    <p:sldId id="269" r:id="rId14"/>
  </p:sldIdLst>
  <p:sldSz cx="12192000" cy="6858000"/>
  <p:notesSz cx="6858000" cy="9144000"/>
  <p:embeddedFontLst>
    <p:embeddedFont>
      <p:font typeface="Helvetica Neue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4E42609F-2721-64D0-A35A-194EE1481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638DDA9F-5066-8B0A-7E87-0E36C9BD75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8147B829-AF6D-044F-A74D-4DEE0661F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9944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F5B788BA-832E-E3B3-9737-F3288485A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>
            <a:extLst>
              <a:ext uri="{FF2B5EF4-FFF2-40B4-BE49-F238E27FC236}">
                <a16:creationId xmlns:a16="http://schemas.microsoft.com/office/drawing/2014/main" id="{1FD9C43E-13D8-3AA4-5618-FCFE4951E0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3:notes">
            <a:extLst>
              <a:ext uri="{FF2B5EF4-FFF2-40B4-BE49-F238E27FC236}">
                <a16:creationId xmlns:a16="http://schemas.microsoft.com/office/drawing/2014/main" id="{5DFE12F6-9EEF-FA90-C7E5-DD1490D674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61467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_HEADER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1524000" y="6669360"/>
            <a:ext cx="9144000" cy="196696"/>
          </a:xfrm>
          <a:prstGeom prst="rect">
            <a:avLst/>
          </a:prstGeom>
          <a:solidFill>
            <a:srgbClr val="17365D">
              <a:alpha val="89411"/>
            </a:srgbClr>
          </a:solidFill>
          <a:ln w="25400" cap="flat" cmpd="sng">
            <a:solidFill>
              <a:srgbClr val="1736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2259028" y="2924943"/>
            <a:ext cx="7772401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sz="4000" b="1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2266861" y="4377085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5943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200" b="0" i="0" u="none" strike="noStrike" cap="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BJEC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1524000" y="6669360"/>
            <a:ext cx="9144000" cy="196696"/>
          </a:xfrm>
          <a:prstGeom prst="rect">
            <a:avLst/>
          </a:prstGeom>
          <a:solidFill>
            <a:srgbClr val="17365D">
              <a:alpha val="89411"/>
            </a:srgbClr>
          </a:solidFill>
          <a:ln w="25400" cap="flat" cmpd="sng">
            <a:solidFill>
              <a:srgbClr val="1736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7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defRPr sz="3600" b="1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1981200" y="1340767"/>
            <a:ext cx="8229600" cy="4889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marL="914400" lvl="1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–"/>
              <a:defRPr sz="3200"/>
            </a:lvl2pPr>
            <a:lvl3pPr marL="1371600" lvl="2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marL="1828800" lvl="3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–"/>
              <a:defRPr sz="3200"/>
            </a:lvl4pPr>
            <a:lvl5pPr marL="2286000" lvl="4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»"/>
              <a:defRPr sz="32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sz="1800" b="1">
                <a:solidFill>
                  <a:srgbClr val="FFFFF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sz="1800" b="1">
                <a:solidFill>
                  <a:srgbClr val="FFFFF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sz="1800" b="1">
                <a:solidFill>
                  <a:srgbClr val="FFFFF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sz="1800" b="1">
                <a:solidFill>
                  <a:srgbClr val="FFFFF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sz="1800" b="1">
                <a:solidFill>
                  <a:srgbClr val="FFFFF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sz="1800" b="1">
                <a:solidFill>
                  <a:srgbClr val="FFFFF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sz="1800" b="1">
                <a:solidFill>
                  <a:srgbClr val="FFFFF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sz="1800" b="1">
                <a:solidFill>
                  <a:srgbClr val="FFFFF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sz="1800" b="1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524000" y="-3992"/>
            <a:ext cx="9144000" cy="26574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" name="Google Shape;23;p3" descr="Google Shape;2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81754" y="-4223"/>
            <a:ext cx="850751" cy="2648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" name="Google Shape;24;p3"/>
          <p:cNvCxnSpPr/>
          <p:nvPr/>
        </p:nvCxnSpPr>
        <p:spPr>
          <a:xfrm>
            <a:off x="1991543" y="1124744"/>
            <a:ext cx="8219256" cy="1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 Título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 descr="Imagem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 descr="Imagem 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beçalho da Seção">
  <p:cSld name="Cabeçalho da Seção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 descr="Imagem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6" descr="Imagem 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uas Partes de Conteúdo">
  <p:cSld name="Duas Partes de Conteúd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7" descr="Imagem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7" descr="Imagem 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ção">
  <p:cSld name="Comparaçã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8" descr="Imagem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8" descr="Imagem 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2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Imagem 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 descr="Imagem 1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9"/>
          <p:cNvCxnSpPr/>
          <p:nvPr/>
        </p:nvCxnSpPr>
        <p:spPr>
          <a:xfrm>
            <a:off x="1991543" y="5013176"/>
            <a:ext cx="7992890" cy="1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3" name="Google Shape;63;p9"/>
          <p:cNvGrpSpPr/>
          <p:nvPr/>
        </p:nvGrpSpPr>
        <p:grpSpPr>
          <a:xfrm>
            <a:off x="2667000" y="34047"/>
            <a:ext cx="6858000" cy="4624759"/>
            <a:chOff x="0" y="0"/>
            <a:chExt cx="6858000" cy="4624758"/>
          </a:xfrm>
        </p:grpSpPr>
        <p:pic>
          <p:nvPicPr>
            <p:cNvPr id="64" name="Google Shape;64;p9" descr="filme-colado.png"/>
            <p:cNvPicPr preferRelativeResize="0"/>
            <p:nvPr/>
          </p:nvPicPr>
          <p:blipFill rotWithShape="1">
            <a:blip r:embed="rId3">
              <a:alphaModFix/>
            </a:blip>
            <a:srcRect t="1772" b="1771"/>
            <a:stretch/>
          </p:blipFill>
          <p:spPr>
            <a:xfrm>
              <a:off x="0" y="0"/>
              <a:ext cx="6858000" cy="31007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9"/>
            <p:cNvSpPr/>
            <p:nvPr/>
          </p:nvSpPr>
          <p:spPr>
            <a:xfrm>
              <a:off x="0" y="3176957"/>
              <a:ext cx="6858000" cy="14478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Times"/>
                <a:buNone/>
              </a:pPr>
              <a:r>
                <a:rPr lang="en-US" sz="2800" b="1" i="0" u="none" strike="noStrike" cap="none" dirty="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Grupo: </a:t>
              </a:r>
              <a:r>
                <a:rPr lang="en-US" sz="2800" b="1" i="0" u="none" strike="noStrike" cap="none" dirty="0">
                  <a:solidFill>
                    <a:srgbClr val="FF0000"/>
                  </a:solidFill>
                  <a:latin typeface="Times"/>
                  <a:ea typeface="Times"/>
                  <a:cs typeface="Times"/>
                  <a:sym typeface="Times"/>
                </a:rPr>
                <a:t>Nome do Grupo</a:t>
              </a:r>
              <a:r>
                <a:rPr lang="en-US" sz="2800" b="1" i="0" u="none" strike="noStrike" cap="none" dirty="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dirty="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Times"/>
                <a:buNone/>
              </a:pPr>
              <a:br>
                <a:rPr lang="en-US" sz="2800" b="1" i="0" u="none" strike="noStrike" cap="none" dirty="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</a:br>
              <a:r>
                <a:rPr lang="en-US" sz="2800" b="0" i="0" u="none" strike="noStrike" cap="none" dirty="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Tema do </a:t>
              </a:r>
              <a:r>
                <a:rPr lang="en-US" sz="2800" b="0" i="0" u="none" strike="noStrike" cap="none" dirty="0" err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projeto</a:t>
              </a:r>
              <a:r>
                <a:rPr lang="en-US" sz="2800" b="0" i="0" u="none" strike="noStrike" cap="none" dirty="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: </a:t>
              </a:r>
              <a:r>
                <a:rPr lang="en-US" sz="2800" b="0" i="0" u="none" strike="noStrike" cap="none" dirty="0">
                  <a:solidFill>
                    <a:srgbClr val="FF0000"/>
                  </a:solidFill>
                  <a:latin typeface="Times"/>
                  <a:ea typeface="Times"/>
                  <a:cs typeface="Times"/>
                  <a:sym typeface="Times"/>
                </a:rPr>
                <a:t>Nome </a:t>
              </a:r>
              <a:r>
                <a:rPr lang="en-US" sz="2800" b="0" i="0" u="none" strike="noStrike" cap="none" dirty="0" err="1">
                  <a:solidFill>
                    <a:srgbClr val="FF0000"/>
                  </a:solidFill>
                  <a:latin typeface="Times"/>
                  <a:ea typeface="Times"/>
                  <a:cs typeface="Times"/>
                  <a:sym typeface="Times"/>
                </a:rPr>
                <a:t>ficticio</a:t>
              </a:r>
              <a:r>
                <a:rPr lang="en-US" sz="2800" b="0" i="0" u="none" strike="noStrike" cap="none" dirty="0">
                  <a:solidFill>
                    <a:srgbClr val="FF0000"/>
                  </a:solidFill>
                  <a:latin typeface="Times"/>
                  <a:ea typeface="Times"/>
                  <a:cs typeface="Times"/>
                  <a:sym typeface="Times"/>
                </a:rPr>
                <a:t> para o que o </a:t>
              </a:r>
              <a:r>
                <a:rPr lang="en-US" sz="2800" b="0" i="0" u="none" strike="noStrike" cap="none" dirty="0" err="1">
                  <a:solidFill>
                    <a:srgbClr val="FF0000"/>
                  </a:solidFill>
                  <a:latin typeface="Times"/>
                  <a:ea typeface="Times"/>
                  <a:cs typeface="Times"/>
                  <a:sym typeface="Times"/>
                </a:rPr>
                <a:t>grupo</a:t>
              </a:r>
              <a:r>
                <a:rPr lang="en-US" sz="2800" b="0" i="0" u="none" strike="noStrike" cap="none" dirty="0">
                  <a:solidFill>
                    <a:srgbClr val="FF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US" sz="2800" b="0" i="0" u="none" strike="noStrike" cap="none" dirty="0" err="1">
                  <a:solidFill>
                    <a:srgbClr val="FF0000"/>
                  </a:solidFill>
                  <a:latin typeface="Times"/>
                  <a:ea typeface="Times"/>
                  <a:cs typeface="Times"/>
                  <a:sym typeface="Times"/>
                </a:rPr>
                <a:t>desenvolveu</a:t>
              </a:r>
              <a:r>
                <a:rPr lang="en-US" sz="2800" b="0" i="0" u="none" strike="noStrike" cap="none" dirty="0">
                  <a:solidFill>
                    <a:srgbClr val="FF0000"/>
                  </a:solidFill>
                  <a:latin typeface="Times"/>
                  <a:ea typeface="Times"/>
                  <a:cs typeface="Times"/>
                  <a:sym typeface="Times"/>
                </a:rPr>
                <a:t>.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80509737-A013-F173-AA45-7CE4E4F4C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>
            <a:extLst>
              <a:ext uri="{FF2B5EF4-FFF2-40B4-BE49-F238E27FC236}">
                <a16:creationId xmlns:a16="http://schemas.microsoft.com/office/drawing/2014/main" id="{2CE91ABB-AC5C-4728-AF22-36DB26DF2C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Grupo XXX (</a:t>
            </a:r>
            <a:r>
              <a:rPr lang="en-US" sz="3600" b="1" i="0" u="none" strike="noStrike" cap="none" dirty="0" err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Inserir</a:t>
            </a:r>
            <a:r>
              <a:rPr lang="en-US" sz="36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o </a:t>
            </a:r>
            <a:r>
              <a:rPr lang="en-US" sz="3600" b="1" i="0" u="none" strike="noStrike" cap="none" dirty="0" err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nome</a:t>
            </a:r>
            <a:r>
              <a:rPr lang="en-US" sz="36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do </a:t>
            </a:r>
            <a:r>
              <a:rPr lang="en-US" sz="3600" b="1" i="0" u="none" strike="noStrike" cap="none" dirty="0" err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grupo</a:t>
            </a:r>
            <a:r>
              <a:rPr lang="en-US" sz="36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3600" b="1" i="0" u="none" strike="noStrike" cap="none" dirty="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1" name="Google Shape;71;p10">
            <a:extLst>
              <a:ext uri="{FF2B5EF4-FFF2-40B4-BE49-F238E27FC236}">
                <a16:creationId xmlns:a16="http://schemas.microsoft.com/office/drawing/2014/main" id="{D052C942-DFDD-E683-EE7E-5AB3250317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72" name="Google Shape;72;p10">
            <a:extLst>
              <a:ext uri="{FF2B5EF4-FFF2-40B4-BE49-F238E27FC236}">
                <a16:creationId xmlns:a16="http://schemas.microsoft.com/office/drawing/2014/main" id="{AFA3ABF5-F55D-25BF-FE77-F96540B91D0B}"/>
              </a:ext>
            </a:extLst>
          </p:cNvPr>
          <p:cNvSpPr txBox="1"/>
          <p:nvPr/>
        </p:nvSpPr>
        <p:spPr>
          <a:xfrm>
            <a:off x="1519826" y="1481299"/>
            <a:ext cx="8912029" cy="523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280736" marR="0" lvl="0" indent="-280736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Char char="•"/>
            </a:pP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Insiram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os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nomes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e RM dos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integrantes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grupo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185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Objetivo</a:t>
            </a:r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79" name="Google Shape;79;p11"/>
          <p:cNvSpPr txBox="1"/>
          <p:nvPr/>
        </p:nvSpPr>
        <p:spPr>
          <a:xfrm>
            <a:off x="1519826" y="1481299"/>
            <a:ext cx="8912029" cy="224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280736" marR="0" lvl="0" indent="-280736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Char char="•"/>
            </a:pPr>
            <a:r>
              <a:rPr lang="en-US" sz="2800" b="0" i="0" u="none" strike="noStrike" cap="none" dirty="0" err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Descrever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de forma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sucinta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em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 slide) qual o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objetivo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do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protótipo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construído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pelo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grupo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. 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endParaRPr lang="en-US" sz="2800" dirty="0">
              <a:latin typeface="Times"/>
              <a:cs typeface="Times"/>
              <a:sym typeface="Times"/>
            </a:endParaRP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r>
              <a:rPr lang="en-US" sz="2800" dirty="0" err="1">
                <a:solidFill>
                  <a:srgbClr val="FF0000"/>
                </a:solidFill>
                <a:latin typeface="Times"/>
                <a:cs typeface="Times"/>
                <a:sym typeface="Times"/>
              </a:rPr>
              <a:t>Descrever</a:t>
            </a:r>
            <a:r>
              <a:rPr lang="en-US" sz="2800" dirty="0">
                <a:solidFill>
                  <a:srgbClr val="FF0000"/>
                </a:solidFill>
                <a:latin typeface="Times"/>
                <a:cs typeface="Times"/>
                <a:sym typeface="Times"/>
              </a:rPr>
              <a:t> qual </a:t>
            </a:r>
            <a:r>
              <a:rPr lang="en-US" sz="2800" dirty="0" err="1">
                <a:solidFill>
                  <a:srgbClr val="FF0000"/>
                </a:solidFill>
                <a:latin typeface="Times"/>
                <a:cs typeface="Times"/>
                <a:sym typeface="Times"/>
              </a:rPr>
              <a:t>problema</a:t>
            </a:r>
            <a:r>
              <a:rPr lang="en-US" sz="2800" dirty="0">
                <a:solidFill>
                  <a:srgbClr val="FF0000"/>
                </a:solidFill>
                <a:latin typeface="Times"/>
                <a:cs typeface="Times"/>
                <a:sym typeface="Times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"/>
                <a:cs typeface="Times"/>
                <a:sym typeface="Times"/>
              </a:rPr>
              <a:t>ele</a:t>
            </a:r>
            <a:r>
              <a:rPr lang="en-US" sz="2800" dirty="0">
                <a:solidFill>
                  <a:srgbClr val="FF0000"/>
                </a:solidFill>
                <a:latin typeface="Times"/>
                <a:cs typeface="Times"/>
                <a:sym typeface="Times"/>
              </a:rPr>
              <a:t> resolve </a:t>
            </a:r>
            <a:r>
              <a:rPr lang="en-US" sz="2800" dirty="0" err="1">
                <a:solidFill>
                  <a:srgbClr val="FF0000"/>
                </a:solidFill>
                <a:latin typeface="Times"/>
                <a:cs typeface="Times"/>
                <a:sym typeface="Times"/>
              </a:rPr>
              <a:t>ou</a:t>
            </a:r>
            <a:r>
              <a:rPr lang="en-US" sz="2800" dirty="0">
                <a:solidFill>
                  <a:srgbClr val="FF0000"/>
                </a:solidFill>
                <a:latin typeface="Times"/>
                <a:cs typeface="Times"/>
                <a:sym typeface="Times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"/>
                <a:cs typeface="Times"/>
                <a:sym typeface="Times"/>
              </a:rPr>
              <a:t>então</a:t>
            </a:r>
            <a:r>
              <a:rPr lang="en-US" sz="2800" dirty="0">
                <a:solidFill>
                  <a:srgbClr val="FF0000"/>
                </a:solidFill>
                <a:latin typeface="Times"/>
                <a:cs typeface="Times"/>
                <a:sym typeface="Times"/>
              </a:rPr>
              <a:t> no que o </a:t>
            </a:r>
            <a:r>
              <a:rPr lang="en-US" sz="2800" dirty="0" err="1">
                <a:solidFill>
                  <a:srgbClr val="FF0000"/>
                </a:solidFill>
                <a:latin typeface="Times"/>
                <a:cs typeface="Times"/>
                <a:sym typeface="Times"/>
              </a:rPr>
              <a:t>protótipo</a:t>
            </a:r>
            <a:r>
              <a:rPr lang="en-US" sz="2800" dirty="0">
                <a:solidFill>
                  <a:srgbClr val="FF0000"/>
                </a:solidFill>
                <a:latin typeface="Times"/>
                <a:cs typeface="Times"/>
                <a:sym typeface="Times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"/>
                <a:cs typeface="Times"/>
                <a:sym typeface="Times"/>
              </a:rPr>
              <a:t>desenvolvido</a:t>
            </a:r>
            <a:r>
              <a:rPr lang="en-US" sz="2800" dirty="0">
                <a:solidFill>
                  <a:srgbClr val="FF0000"/>
                </a:solidFill>
                <a:latin typeface="Times"/>
                <a:cs typeface="Times"/>
                <a:sym typeface="Times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"/>
                <a:cs typeface="Times"/>
                <a:sym typeface="Times"/>
              </a:rPr>
              <a:t>ajuda</a:t>
            </a:r>
            <a:r>
              <a:rPr lang="en-US" sz="2800" dirty="0">
                <a:solidFill>
                  <a:srgbClr val="FF0000"/>
                </a:solidFill>
                <a:latin typeface="Times"/>
                <a:cs typeface="Times"/>
                <a:sym typeface="Time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Introdução  </a:t>
            </a:r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1965133" y="1902695"/>
            <a:ext cx="8261733" cy="2246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Aqui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deverá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ser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feita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a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contextualização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projeto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. 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grupo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deverá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justificar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porquê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escolheu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esse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tema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ou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seja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, qual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problema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grupo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está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resolvendo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ou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então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quais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são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os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benefícios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que 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protótipo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desenvolvido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proporciona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ao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seus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usuários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2800" b="0" i="0" u="none" strike="noStrike" cap="none" dirty="0">
              <a:solidFill>
                <a:srgbClr val="FF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Desenvolvimento </a:t>
            </a:r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641533" y="1352596"/>
            <a:ext cx="9332126" cy="4154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Descrevam cada item do processo de desenvolvimento do projeto: </a:t>
            </a:r>
            <a:endParaRPr/>
          </a:p>
          <a:p>
            <a:pPr marL="374315" marR="0" lvl="0" indent="-374315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AutoNum type="arabicPeriod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Funcionalidades </a:t>
            </a:r>
            <a:endParaRPr/>
          </a:p>
          <a:p>
            <a:pPr marL="374315" marR="0" lvl="0" indent="-374315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AutoNum type="arabicPeriod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Problemas e Desafios encontrados ao longo do desenvolvimento do projeto.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74315" marR="0" lvl="0" indent="-374315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AutoNum type="arabicPeriod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Conhecimento e Experiencia adquirida ao longo do processo de desenvolvimento do projeto </a:t>
            </a:r>
            <a:endParaRPr/>
          </a:p>
          <a:p>
            <a:pPr marL="374315" marR="0" lvl="0" indent="-374315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AutoNum type="arabicPeriod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Resultados obtidos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Funcionalidades</a:t>
            </a:r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2141056" y="2093345"/>
            <a:ext cx="8505579" cy="954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Descrever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as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capacidades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ações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que 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protótipo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é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capaz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realizar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10240659" y="3552350"/>
            <a:ext cx="1867814" cy="1781197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Problemas e Desafios encontrados</a:t>
            </a:r>
            <a:endParaRPr sz="36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10240659" y="3552350"/>
            <a:ext cx="1867814" cy="1781197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1919768" y="1863805"/>
            <a:ext cx="8769429" cy="3545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Durante 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desenvolvimento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diversos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obstáculos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podem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surgir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desde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problemas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técnicos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até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dificuldades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relacionadas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à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integração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segurança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otimização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. Esses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problemas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desafios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representam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os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momentos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em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que 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projeto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exige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mais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inovação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capacidade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resolução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problemas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podendo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incluir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dificuldades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com a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compatibilidade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sistemas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, bugs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complexos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limitações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tecnologia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até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mesmo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falta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recursos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Conhecimento e Experiencia adquirida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1737114" y="1871980"/>
            <a:ext cx="9836501" cy="3114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Este item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destaca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aprendizado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e as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habilidades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desenvolvidas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ao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longo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projeto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. Pode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incluir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conhecimento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técnico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como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domínio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novas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linguagens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ou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ferramentas, 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habilidades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interpessoais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como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a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resolução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colaborativa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problemas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. Esse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aprendizado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agrega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valor tanto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ao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projeto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quanto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à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experiência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profissional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da equipe,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ampliando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a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capacidade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de resolver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problemas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inovar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em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projetos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futuros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Resultados Obtidos </a:t>
            </a:r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1902131" y="2794534"/>
            <a:ext cx="8678157" cy="954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Colocar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aqui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a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foto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da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versão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final do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protótipo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e o link do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vídeo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protótipo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em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funcionamento</a:t>
            </a:r>
            <a:endParaRPr sz="2800" b="0" i="0" u="none" strike="noStrike" cap="none" dirty="0">
              <a:solidFill>
                <a:srgbClr val="FF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Conclusão </a:t>
            </a:r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sldNum" idx="12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10240659" y="3552350"/>
            <a:ext cx="1867814" cy="1781197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1582973" y="1817152"/>
            <a:ext cx="10166253" cy="2682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A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conclusão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processo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desenvolvimento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projeto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reflete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a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trajetória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percorrida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pela equipe,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desde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a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concepção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das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funcionalidades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até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a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superação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desafios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técnicos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e de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integração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. Ao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longo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desse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caminho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foram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implementadas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soluções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criativas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que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garantiram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a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eficácia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e a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qualidade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do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produto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final, 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cada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problema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enfrentado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serviu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como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uma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oportunidade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de </a:t>
            </a:r>
            <a:r>
              <a:rPr lang="en-US" sz="2800" b="0" i="0" u="none" strike="noStrike" cap="none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aprendizado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 sz="3600" b="1" i="0" u="none" strike="noStrike" cap="none" dirty="0" err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Github</a:t>
            </a:r>
            <a:r>
              <a:rPr lang="en-US" sz="36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e </a:t>
            </a:r>
            <a:r>
              <a:rPr lang="en-US" sz="3600" b="1" i="0" u="none" strike="noStrike" cap="none" dirty="0" err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Youtube</a:t>
            </a:r>
            <a:r>
              <a:rPr lang="en-US" sz="36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dirty="0"/>
          </a:p>
        </p:txBody>
      </p:sp>
      <p:sp>
        <p:nvSpPr>
          <p:cNvPr id="151" name="Google Shape;151;p21"/>
          <p:cNvSpPr txBox="1">
            <a:spLocks noGrp="1"/>
          </p:cNvSpPr>
          <p:nvPr>
            <p:ph type="sldNum" idx="12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10240659" y="3552350"/>
            <a:ext cx="1867814" cy="1781197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1582973" y="1817152"/>
            <a:ext cx="1016625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rPr lang="en-US" sz="2800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Colocar</a:t>
            </a:r>
            <a:r>
              <a:rPr lang="en-US" sz="2800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o link do </a:t>
            </a:r>
            <a:r>
              <a:rPr lang="en-US" sz="2800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github</a:t>
            </a:r>
            <a:r>
              <a:rPr lang="en-US" sz="2800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e link do </a:t>
            </a:r>
            <a:r>
              <a:rPr lang="en-US" sz="2800" dirty="0" err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youtube</a:t>
            </a:r>
            <a:endParaRPr sz="2800" b="0" i="0" u="none" strike="noStrike" cap="none" dirty="0">
              <a:solidFill>
                <a:srgbClr val="FF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D3E3C8BA-ACC4-300B-AD44-7EB7B033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>
            <a:extLst>
              <a:ext uri="{FF2B5EF4-FFF2-40B4-BE49-F238E27FC236}">
                <a16:creationId xmlns:a16="http://schemas.microsoft.com/office/drawing/2014/main" id="{C6CDE3AD-4EFA-9B65-B742-3344FE6D0E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 sz="3600" b="1" i="0" u="none" strike="noStrike" cap="none" dirty="0" err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Anexos</a:t>
            </a:r>
            <a:endParaRPr dirty="0"/>
          </a:p>
        </p:txBody>
      </p:sp>
      <p:sp>
        <p:nvSpPr>
          <p:cNvPr id="151" name="Google Shape;151;p21">
            <a:extLst>
              <a:ext uri="{FF2B5EF4-FFF2-40B4-BE49-F238E27FC236}">
                <a16:creationId xmlns:a16="http://schemas.microsoft.com/office/drawing/2014/main" id="{F364E891-1635-AE41-9EDE-570795CB09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52" name="Google Shape;152;p21">
            <a:extLst>
              <a:ext uri="{FF2B5EF4-FFF2-40B4-BE49-F238E27FC236}">
                <a16:creationId xmlns:a16="http://schemas.microsoft.com/office/drawing/2014/main" id="{CA810D4E-5F8C-B9E8-1321-4F97E7495914}"/>
              </a:ext>
            </a:extLst>
          </p:cNvPr>
          <p:cNvSpPr/>
          <p:nvPr/>
        </p:nvSpPr>
        <p:spPr>
          <a:xfrm>
            <a:off x="10240659" y="3552350"/>
            <a:ext cx="1867814" cy="1781197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p21">
            <a:extLst>
              <a:ext uri="{FF2B5EF4-FFF2-40B4-BE49-F238E27FC236}">
                <a16:creationId xmlns:a16="http://schemas.microsoft.com/office/drawing/2014/main" id="{18A0456A-F25A-4B7B-C2E9-8BF44F2D4F48}"/>
              </a:ext>
            </a:extLst>
          </p:cNvPr>
          <p:cNvSpPr txBox="1"/>
          <p:nvPr/>
        </p:nvSpPr>
        <p:spPr>
          <a:xfrm>
            <a:off x="1487280" y="1798380"/>
            <a:ext cx="10166253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rPr lang="pt-BR" sz="2800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Colocar como anexo as imagens de catalogação das peças que fizemos no inicio do Semestre</a:t>
            </a:r>
            <a:endParaRPr sz="2800" b="0" i="0" u="none" strike="noStrike" cap="none" dirty="0">
              <a:solidFill>
                <a:srgbClr val="FF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1101465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Adicional </a:t>
            </a:r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60" name="Google Shape;160;p22"/>
          <p:cNvSpPr txBox="1"/>
          <p:nvPr/>
        </p:nvSpPr>
        <p:spPr>
          <a:xfrm>
            <a:off x="1504740" y="1775108"/>
            <a:ext cx="8418162" cy="420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3FF"/>
              </a:buClr>
              <a:buSzPts val="2500"/>
              <a:buFont typeface="Times"/>
              <a:buNone/>
            </a:pPr>
            <a:r>
              <a:rPr lang="en-US" sz="2500" b="0" i="0" u="none" strike="noStrike" cap="none">
                <a:solidFill>
                  <a:srgbClr val="0433FF"/>
                </a:solidFill>
                <a:latin typeface="Times"/>
                <a:ea typeface="Times"/>
                <a:cs typeface="Times"/>
                <a:sym typeface="Times"/>
              </a:rPr>
              <a:t>O template é apenas um modelo inicial, sujeito a mudanças, melhorias e à inclusão de outros itens que o grupo considere agregar valor à apresentação. Sinta-se à vontade para adaptar o template ou escolher um formato que faça mais sentido para a equipe e fortaleça nossa exposição.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433FF"/>
              </a:buClr>
              <a:buSzPts val="2500"/>
              <a:buFont typeface="Times"/>
              <a:buNone/>
            </a:pPr>
            <a:r>
              <a:rPr lang="en-US" sz="2500" b="0" i="0" u="none" strike="noStrike" cap="none">
                <a:solidFill>
                  <a:srgbClr val="0433FF"/>
                </a:solidFill>
                <a:latin typeface="Times"/>
                <a:ea typeface="Times"/>
                <a:cs typeface="Times"/>
                <a:sym typeface="Times"/>
              </a:rPr>
              <a:t>Todos os membros do grupo devem participar ativamente na apresentação oral, contribuindo com argumentos, comentários e insights que reforcem nosso conteúdo e demonstrem nosso entendimento do projeto.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</Words>
  <Application>Microsoft Office PowerPoint</Application>
  <PresentationFormat>Widescreen</PresentationFormat>
  <Paragraphs>45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Times</vt:lpstr>
      <vt:lpstr>Calibri</vt:lpstr>
      <vt:lpstr>Helvetica Neue</vt:lpstr>
      <vt:lpstr>Tema do Office</vt:lpstr>
      <vt:lpstr>Apresentação do PowerPoint</vt:lpstr>
      <vt:lpstr>Grupo XXX (Inserir o nome do grupo)</vt:lpstr>
      <vt:lpstr>Objetivo</vt:lpstr>
      <vt:lpstr>Introdução  </vt:lpstr>
      <vt:lpstr>Desenvolvimento </vt:lpstr>
      <vt:lpstr>Funcionalidades</vt:lpstr>
      <vt:lpstr>Problemas e Desafios encontrados</vt:lpstr>
      <vt:lpstr>Conhecimento e Experiencia adquirida</vt:lpstr>
      <vt:lpstr>Resultados Obtidos </vt:lpstr>
      <vt:lpstr>Conclusão </vt:lpstr>
      <vt:lpstr>Github e Youtube </vt:lpstr>
      <vt:lpstr>Anexos</vt:lpstr>
      <vt:lpstr>Adicional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Gustavo Molina Figueiredo</cp:lastModifiedBy>
  <cp:revision>1</cp:revision>
  <dcterms:modified xsi:type="dcterms:W3CDTF">2025-04-28T18:29:28Z</dcterms:modified>
</cp:coreProperties>
</file>